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670" r:id="rId2"/>
    <p:sldMasterId id="2147483692" r:id="rId3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12192000" cy="6858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4ABFF0-B55A-4618-B428-60CEE95EB0A3}" v="75" dt="2025-06-16T14:59:36.7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lener Linus" userId="1b15f3c6-a780-46dc-99ff-0f644634a515" providerId="ADAL" clId="{CF4ABFF0-B55A-4618-B428-60CEE95EB0A3}"/>
    <pc:docChg chg="undo custSel addSld delSld modSld">
      <pc:chgData name="Madlener Linus" userId="1b15f3c6-a780-46dc-99ff-0f644634a515" providerId="ADAL" clId="{CF4ABFF0-B55A-4618-B428-60CEE95EB0A3}" dt="2025-06-16T15:02:46.287" v="3387" actId="20577"/>
      <pc:docMkLst>
        <pc:docMk/>
      </pc:docMkLst>
      <pc:sldChg chg="modSp mod">
        <pc:chgData name="Madlener Linus" userId="1b15f3c6-a780-46dc-99ff-0f644634a515" providerId="ADAL" clId="{CF4ABFF0-B55A-4618-B428-60CEE95EB0A3}" dt="2025-06-16T13:51:42.727" v="327" actId="790"/>
        <pc:sldMkLst>
          <pc:docMk/>
          <pc:sldMk cId="0" sldId="256"/>
        </pc:sldMkLst>
        <pc:spChg chg="mod">
          <ac:chgData name="Madlener Linus" userId="1b15f3c6-a780-46dc-99ff-0f644634a515" providerId="ADAL" clId="{CF4ABFF0-B55A-4618-B428-60CEE95EB0A3}" dt="2025-06-16T13:51:42.727" v="327" actId="790"/>
          <ac:spMkLst>
            <pc:docMk/>
            <pc:sldMk cId="0" sldId="256"/>
            <ac:spMk id="175" creationId="{00000000-0000-0000-0000-000000000000}"/>
          </ac:spMkLst>
        </pc:spChg>
        <pc:spChg chg="mod">
          <ac:chgData name="Madlener Linus" userId="1b15f3c6-a780-46dc-99ff-0f644634a515" providerId="ADAL" clId="{CF4ABFF0-B55A-4618-B428-60CEE95EB0A3}" dt="2025-06-16T13:51:42.727" v="327" actId="790"/>
          <ac:spMkLst>
            <pc:docMk/>
            <pc:sldMk cId="0" sldId="256"/>
            <ac:spMk id="176" creationId="{00000000-0000-0000-0000-000000000000}"/>
          </ac:spMkLst>
        </pc:spChg>
      </pc:sldChg>
      <pc:sldChg chg="addSp modSp mod">
        <pc:chgData name="Madlener Linus" userId="1b15f3c6-a780-46dc-99ff-0f644634a515" providerId="ADAL" clId="{CF4ABFF0-B55A-4618-B428-60CEE95EB0A3}" dt="2025-06-16T15:02:46.287" v="3387" actId="20577"/>
        <pc:sldMkLst>
          <pc:docMk/>
          <pc:sldMk cId="0" sldId="257"/>
        </pc:sldMkLst>
        <pc:spChg chg="add mod">
          <ac:chgData name="Madlener Linus" userId="1b15f3c6-a780-46dc-99ff-0f644634a515" providerId="ADAL" clId="{CF4ABFF0-B55A-4618-B428-60CEE95EB0A3}" dt="2025-06-16T13:58:31.593" v="469" actId="20577"/>
          <ac:spMkLst>
            <pc:docMk/>
            <pc:sldMk cId="0" sldId="257"/>
            <ac:spMk id="4" creationId="{D99E3496-9D4F-8428-BE66-A3D59F694C59}"/>
          </ac:spMkLst>
        </pc:spChg>
        <pc:spChg chg="mod">
          <ac:chgData name="Madlener Linus" userId="1b15f3c6-a780-46dc-99ff-0f644634a515" providerId="ADAL" clId="{CF4ABFF0-B55A-4618-B428-60CEE95EB0A3}" dt="2025-06-16T13:51:42.727" v="327" actId="790"/>
          <ac:spMkLst>
            <pc:docMk/>
            <pc:sldMk cId="0" sldId="257"/>
            <ac:spMk id="177" creationId="{00000000-0000-0000-0000-000000000000}"/>
          </ac:spMkLst>
        </pc:spChg>
        <pc:spChg chg="mod">
          <ac:chgData name="Madlener Linus" userId="1b15f3c6-a780-46dc-99ff-0f644634a515" providerId="ADAL" clId="{CF4ABFF0-B55A-4618-B428-60CEE95EB0A3}" dt="2025-06-16T15:02:46.287" v="3387" actId="20577"/>
          <ac:spMkLst>
            <pc:docMk/>
            <pc:sldMk cId="0" sldId="257"/>
            <ac:spMk id="178" creationId="{00000000-0000-0000-0000-000000000000}"/>
          </ac:spMkLst>
        </pc:spChg>
        <pc:picChg chg="add mod">
          <ac:chgData name="Madlener Linus" userId="1b15f3c6-a780-46dc-99ff-0f644634a515" providerId="ADAL" clId="{CF4ABFF0-B55A-4618-B428-60CEE95EB0A3}" dt="2025-06-16T13:57:57.595" v="395" actId="1076"/>
          <ac:picMkLst>
            <pc:docMk/>
            <pc:sldMk cId="0" sldId="257"/>
            <ac:picMk id="3" creationId="{DFB1CC88-7B18-88B0-C7AB-2E01A0E6CD25}"/>
          </ac:picMkLst>
        </pc:picChg>
      </pc:sldChg>
      <pc:sldChg chg="delSp modSp mod">
        <pc:chgData name="Madlener Linus" userId="1b15f3c6-a780-46dc-99ff-0f644634a515" providerId="ADAL" clId="{CF4ABFF0-B55A-4618-B428-60CEE95EB0A3}" dt="2025-06-16T14:13:29.405" v="833" actId="2710"/>
        <pc:sldMkLst>
          <pc:docMk/>
          <pc:sldMk cId="0" sldId="258"/>
        </pc:sldMkLst>
        <pc:spChg chg="mod">
          <ac:chgData name="Madlener Linus" userId="1b15f3c6-a780-46dc-99ff-0f644634a515" providerId="ADAL" clId="{CF4ABFF0-B55A-4618-B428-60CEE95EB0A3}" dt="2025-06-16T14:13:29.405" v="833" actId="2710"/>
          <ac:spMkLst>
            <pc:docMk/>
            <pc:sldMk cId="0" sldId="258"/>
            <ac:spMk id="3" creationId="{8EE4FF07-779C-23CF-F77F-41257AB3523A}"/>
          </ac:spMkLst>
        </pc:spChg>
        <pc:spChg chg="del mod">
          <ac:chgData name="Madlener Linus" userId="1b15f3c6-a780-46dc-99ff-0f644634a515" providerId="ADAL" clId="{CF4ABFF0-B55A-4618-B428-60CEE95EB0A3}" dt="2025-06-16T13:58:59.977" v="472" actId="478"/>
          <ac:spMkLst>
            <pc:docMk/>
            <pc:sldMk cId="0" sldId="258"/>
            <ac:spMk id="5" creationId="{FB09E801-83A1-28CC-7AD1-AB79C49E7DAF}"/>
          </ac:spMkLst>
        </pc:spChg>
        <pc:spChg chg="mod">
          <ac:chgData name="Madlener Linus" userId="1b15f3c6-a780-46dc-99ff-0f644634a515" providerId="ADAL" clId="{CF4ABFF0-B55A-4618-B428-60CEE95EB0A3}" dt="2025-06-16T13:59:44.857" v="485" actId="20577"/>
          <ac:spMkLst>
            <pc:docMk/>
            <pc:sldMk cId="0" sldId="258"/>
            <ac:spMk id="181" creationId="{00000000-0000-0000-0000-000000000000}"/>
          </ac:spMkLst>
        </pc:spChg>
        <pc:spChg chg="mod">
          <ac:chgData name="Madlener Linus" userId="1b15f3c6-a780-46dc-99ff-0f644634a515" providerId="ADAL" clId="{CF4ABFF0-B55A-4618-B428-60CEE95EB0A3}" dt="2025-06-16T13:51:42.727" v="327" actId="790"/>
          <ac:spMkLst>
            <pc:docMk/>
            <pc:sldMk cId="0" sldId="258"/>
            <ac:spMk id="182" creationId="{00000000-0000-0000-0000-000000000000}"/>
          </ac:spMkLst>
        </pc:spChg>
        <pc:picChg chg="del">
          <ac:chgData name="Madlener Linus" userId="1b15f3c6-a780-46dc-99ff-0f644634a515" providerId="ADAL" clId="{CF4ABFF0-B55A-4618-B428-60CEE95EB0A3}" dt="2025-06-16T13:58:52.514" v="470" actId="478"/>
          <ac:picMkLst>
            <pc:docMk/>
            <pc:sldMk cId="0" sldId="258"/>
            <ac:picMk id="4" creationId="{A85B0E7E-921F-E7F1-90D0-96ED4B70B421}"/>
          </ac:picMkLst>
        </pc:picChg>
      </pc:sldChg>
      <pc:sldChg chg="addSp delSp modSp add mod setBg">
        <pc:chgData name="Madlener Linus" userId="1b15f3c6-a780-46dc-99ff-0f644634a515" providerId="ADAL" clId="{CF4ABFF0-B55A-4618-B428-60CEE95EB0A3}" dt="2025-06-16T14:35:48.992" v="1800" actId="20577"/>
        <pc:sldMkLst>
          <pc:docMk/>
          <pc:sldMk cId="262814703" sldId="259"/>
        </pc:sldMkLst>
        <pc:spChg chg="mod">
          <ac:chgData name="Madlener Linus" userId="1b15f3c6-a780-46dc-99ff-0f644634a515" providerId="ADAL" clId="{CF4ABFF0-B55A-4618-B428-60CEE95EB0A3}" dt="2025-06-16T14:35:48.992" v="1800" actId="20577"/>
          <ac:spMkLst>
            <pc:docMk/>
            <pc:sldMk cId="262814703" sldId="259"/>
            <ac:spMk id="3" creationId="{EAB57910-5013-03B6-8866-98F96BCA3EDD}"/>
          </ac:spMkLst>
        </pc:spChg>
        <pc:spChg chg="del mod">
          <ac:chgData name="Madlener Linus" userId="1b15f3c6-a780-46dc-99ff-0f644634a515" providerId="ADAL" clId="{CF4ABFF0-B55A-4618-B428-60CEE95EB0A3}" dt="2025-06-16T14:20:05.566" v="1002" actId="478"/>
          <ac:spMkLst>
            <pc:docMk/>
            <pc:sldMk cId="262814703" sldId="259"/>
            <ac:spMk id="5" creationId="{88D1298E-E124-AF7B-398A-A49560A14878}"/>
          </ac:spMkLst>
        </pc:spChg>
        <pc:spChg chg="add mod">
          <ac:chgData name="Madlener Linus" userId="1b15f3c6-a780-46dc-99ff-0f644634a515" providerId="ADAL" clId="{CF4ABFF0-B55A-4618-B428-60CEE95EB0A3}" dt="2025-06-16T14:30:48.222" v="1697" actId="20577"/>
          <ac:spMkLst>
            <pc:docMk/>
            <pc:sldMk cId="262814703" sldId="259"/>
            <ac:spMk id="6" creationId="{D121130D-9878-F001-CC10-B88C32764A7E}"/>
          </ac:spMkLst>
        </pc:spChg>
        <pc:spChg chg="mod">
          <ac:chgData name="Madlener Linus" userId="1b15f3c6-a780-46dc-99ff-0f644634a515" providerId="ADAL" clId="{CF4ABFF0-B55A-4618-B428-60CEE95EB0A3}" dt="2025-06-16T14:20:35.935" v="1071" actId="20577"/>
          <ac:spMkLst>
            <pc:docMk/>
            <pc:sldMk cId="262814703" sldId="259"/>
            <ac:spMk id="181" creationId="{ED95BA9E-B9CB-8B98-4225-350C4A8E5BBF}"/>
          </ac:spMkLst>
        </pc:spChg>
        <pc:spChg chg="del mod">
          <ac:chgData name="Madlener Linus" userId="1b15f3c6-a780-46dc-99ff-0f644634a515" providerId="ADAL" clId="{CF4ABFF0-B55A-4618-B428-60CEE95EB0A3}" dt="2025-06-16T14:30:03.598" v="1619" actId="478"/>
          <ac:spMkLst>
            <pc:docMk/>
            <pc:sldMk cId="262814703" sldId="259"/>
            <ac:spMk id="182" creationId="{E1A077FE-09E2-FA25-C736-B12CC8E9B1AF}"/>
          </ac:spMkLst>
        </pc:spChg>
        <pc:graphicFrameChg chg="add mod modGraphic">
          <ac:chgData name="Madlener Linus" userId="1b15f3c6-a780-46dc-99ff-0f644634a515" providerId="ADAL" clId="{CF4ABFF0-B55A-4618-B428-60CEE95EB0A3}" dt="2025-06-16T14:29:41.458" v="1617" actId="20577"/>
          <ac:graphicFrameMkLst>
            <pc:docMk/>
            <pc:sldMk cId="262814703" sldId="259"/>
            <ac:graphicFrameMk id="2" creationId="{6EE9238C-608D-F491-8400-2D0F4C424385}"/>
          </ac:graphicFrameMkLst>
        </pc:graphicFrameChg>
        <pc:picChg chg="del">
          <ac:chgData name="Madlener Linus" userId="1b15f3c6-a780-46dc-99ff-0f644634a515" providerId="ADAL" clId="{CF4ABFF0-B55A-4618-B428-60CEE95EB0A3}" dt="2025-06-16T14:19:57.160" v="1001" actId="478"/>
          <ac:picMkLst>
            <pc:docMk/>
            <pc:sldMk cId="262814703" sldId="259"/>
            <ac:picMk id="4" creationId="{E4470CE6-4789-1F7E-D928-10B474646C87}"/>
          </ac:picMkLst>
        </pc:picChg>
      </pc:sldChg>
      <pc:sldChg chg="delSp modSp add mod setBg">
        <pc:chgData name="Madlener Linus" userId="1b15f3c6-a780-46dc-99ff-0f644634a515" providerId="ADAL" clId="{CF4ABFF0-B55A-4618-B428-60CEE95EB0A3}" dt="2025-06-16T14:45:09.683" v="2409" actId="20577"/>
        <pc:sldMkLst>
          <pc:docMk/>
          <pc:sldMk cId="2440124722" sldId="260"/>
        </pc:sldMkLst>
        <pc:spChg chg="mod">
          <ac:chgData name="Madlener Linus" userId="1b15f3c6-a780-46dc-99ff-0f644634a515" providerId="ADAL" clId="{CF4ABFF0-B55A-4618-B428-60CEE95EB0A3}" dt="2025-06-16T14:45:09.683" v="2409" actId="20577"/>
          <ac:spMkLst>
            <pc:docMk/>
            <pc:sldMk cId="2440124722" sldId="260"/>
            <ac:spMk id="3" creationId="{982D0C82-A104-0E14-E48B-AFF255FDE58F}"/>
          </ac:spMkLst>
        </pc:spChg>
        <pc:spChg chg="del mod">
          <ac:chgData name="Madlener Linus" userId="1b15f3c6-a780-46dc-99ff-0f644634a515" providerId="ADAL" clId="{CF4ABFF0-B55A-4618-B428-60CEE95EB0A3}" dt="2025-06-16T14:36:44.531" v="1861" actId="478"/>
          <ac:spMkLst>
            <pc:docMk/>
            <pc:sldMk cId="2440124722" sldId="260"/>
            <ac:spMk id="5" creationId="{8F61C2B1-0974-D684-0903-D344057CAF4E}"/>
          </ac:spMkLst>
        </pc:spChg>
        <pc:spChg chg="mod">
          <ac:chgData name="Madlener Linus" userId="1b15f3c6-a780-46dc-99ff-0f644634a515" providerId="ADAL" clId="{CF4ABFF0-B55A-4618-B428-60CEE95EB0A3}" dt="2025-06-16T14:36:09.690" v="1827" actId="20577"/>
          <ac:spMkLst>
            <pc:docMk/>
            <pc:sldMk cId="2440124722" sldId="260"/>
            <ac:spMk id="181" creationId="{4E3F5EBA-2E2B-DC9B-23CC-9B5A2FA35AD7}"/>
          </ac:spMkLst>
        </pc:spChg>
        <pc:spChg chg="mod">
          <ac:chgData name="Madlener Linus" userId="1b15f3c6-a780-46dc-99ff-0f644634a515" providerId="ADAL" clId="{CF4ABFF0-B55A-4618-B428-60CEE95EB0A3}" dt="2025-06-16T13:51:42.727" v="327" actId="790"/>
          <ac:spMkLst>
            <pc:docMk/>
            <pc:sldMk cId="2440124722" sldId="260"/>
            <ac:spMk id="182" creationId="{E53392E5-802F-D70E-9412-2EA1D1E17058}"/>
          </ac:spMkLst>
        </pc:spChg>
        <pc:picChg chg="del">
          <ac:chgData name="Madlener Linus" userId="1b15f3c6-a780-46dc-99ff-0f644634a515" providerId="ADAL" clId="{CF4ABFF0-B55A-4618-B428-60CEE95EB0A3}" dt="2025-06-16T14:36:42.604" v="1860" actId="478"/>
          <ac:picMkLst>
            <pc:docMk/>
            <pc:sldMk cId="2440124722" sldId="260"/>
            <ac:picMk id="4" creationId="{3C629AE8-6695-DBE0-01BF-EB54BCF2210B}"/>
          </ac:picMkLst>
        </pc:picChg>
      </pc:sldChg>
      <pc:sldChg chg="delSp modSp add mod setBg">
        <pc:chgData name="Madlener Linus" userId="1b15f3c6-a780-46dc-99ff-0f644634a515" providerId="ADAL" clId="{CF4ABFF0-B55A-4618-B428-60CEE95EB0A3}" dt="2025-06-16T15:01:31.751" v="3357" actId="20577"/>
        <pc:sldMkLst>
          <pc:docMk/>
          <pc:sldMk cId="1871844193" sldId="261"/>
        </pc:sldMkLst>
        <pc:spChg chg="mod">
          <ac:chgData name="Madlener Linus" userId="1b15f3c6-a780-46dc-99ff-0f644634a515" providerId="ADAL" clId="{CF4ABFF0-B55A-4618-B428-60CEE95EB0A3}" dt="2025-06-16T15:01:31.751" v="3357" actId="20577"/>
          <ac:spMkLst>
            <pc:docMk/>
            <pc:sldMk cId="1871844193" sldId="261"/>
            <ac:spMk id="3" creationId="{877A8BAE-F22D-932E-7623-187C60835133}"/>
          </ac:spMkLst>
        </pc:spChg>
        <pc:spChg chg="del mod">
          <ac:chgData name="Madlener Linus" userId="1b15f3c6-a780-46dc-99ff-0f644634a515" providerId="ADAL" clId="{CF4ABFF0-B55A-4618-B428-60CEE95EB0A3}" dt="2025-06-16T14:48:03.855" v="2411" actId="478"/>
          <ac:spMkLst>
            <pc:docMk/>
            <pc:sldMk cId="1871844193" sldId="261"/>
            <ac:spMk id="5" creationId="{14A356A2-005C-07F3-B4D7-5D7F5A076B55}"/>
          </ac:spMkLst>
        </pc:spChg>
        <pc:spChg chg="mod">
          <ac:chgData name="Madlener Linus" userId="1b15f3c6-a780-46dc-99ff-0f644634a515" providerId="ADAL" clId="{CF4ABFF0-B55A-4618-B428-60CEE95EB0A3}" dt="2025-06-16T14:36:29.399" v="1859" actId="20577"/>
          <ac:spMkLst>
            <pc:docMk/>
            <pc:sldMk cId="1871844193" sldId="261"/>
            <ac:spMk id="181" creationId="{32C415ED-289E-7DFC-1F6C-FA7A9752533A}"/>
          </ac:spMkLst>
        </pc:spChg>
        <pc:spChg chg="mod">
          <ac:chgData name="Madlener Linus" userId="1b15f3c6-a780-46dc-99ff-0f644634a515" providerId="ADAL" clId="{CF4ABFF0-B55A-4618-B428-60CEE95EB0A3}" dt="2025-06-16T13:51:42.727" v="327" actId="790"/>
          <ac:spMkLst>
            <pc:docMk/>
            <pc:sldMk cId="1871844193" sldId="261"/>
            <ac:spMk id="182" creationId="{DC465A5D-22D6-2D3D-86A2-2834D1653EBF}"/>
          </ac:spMkLst>
        </pc:spChg>
        <pc:picChg chg="del">
          <ac:chgData name="Madlener Linus" userId="1b15f3c6-a780-46dc-99ff-0f644634a515" providerId="ADAL" clId="{CF4ABFF0-B55A-4618-B428-60CEE95EB0A3}" dt="2025-06-16T14:47:57.274" v="2410" actId="478"/>
          <ac:picMkLst>
            <pc:docMk/>
            <pc:sldMk cId="1871844193" sldId="261"/>
            <ac:picMk id="4" creationId="{D77EA38F-D326-5D53-493F-DD788672B3AA}"/>
          </ac:picMkLst>
        </pc:picChg>
      </pc:sldChg>
      <pc:sldChg chg="addSp delSp modSp add mod">
        <pc:chgData name="Madlener Linus" userId="1b15f3c6-a780-46dc-99ff-0f644634a515" providerId="ADAL" clId="{CF4ABFF0-B55A-4618-B428-60CEE95EB0A3}" dt="2025-06-16T15:01:19.019" v="3350" actId="20577"/>
        <pc:sldMkLst>
          <pc:docMk/>
          <pc:sldMk cId="2042193111" sldId="262"/>
        </pc:sldMkLst>
        <pc:spChg chg="mod">
          <ac:chgData name="Madlener Linus" userId="1b15f3c6-a780-46dc-99ff-0f644634a515" providerId="ADAL" clId="{CF4ABFF0-B55A-4618-B428-60CEE95EB0A3}" dt="2025-06-16T14:59:07.230" v="3216" actId="20577"/>
          <ac:spMkLst>
            <pc:docMk/>
            <pc:sldMk cId="2042193111" sldId="262"/>
            <ac:spMk id="3" creationId="{E0115077-C543-C308-42EC-6FE00C9ACBB6}"/>
          </ac:spMkLst>
        </pc:spChg>
        <pc:spChg chg="add mod">
          <ac:chgData name="Madlener Linus" userId="1b15f3c6-a780-46dc-99ff-0f644634a515" providerId="ADAL" clId="{CF4ABFF0-B55A-4618-B428-60CEE95EB0A3}" dt="2025-06-16T15:00:36.656" v="3348" actId="20577"/>
          <ac:spMkLst>
            <pc:docMk/>
            <pc:sldMk cId="2042193111" sldId="262"/>
            <ac:spMk id="5" creationId="{9085D4B9-926A-F531-13AD-B2EC16C8D886}"/>
          </ac:spMkLst>
        </pc:spChg>
        <pc:spChg chg="mod">
          <ac:chgData name="Madlener Linus" userId="1b15f3c6-a780-46dc-99ff-0f644634a515" providerId="ADAL" clId="{CF4ABFF0-B55A-4618-B428-60CEE95EB0A3}" dt="2025-06-16T15:01:19.019" v="3350" actId="20577"/>
          <ac:spMkLst>
            <pc:docMk/>
            <pc:sldMk cId="2042193111" sldId="262"/>
            <ac:spMk id="181" creationId="{450BEE82-9879-98FE-817F-42C5EF163878}"/>
          </ac:spMkLst>
        </pc:spChg>
        <pc:graphicFrameChg chg="add del modGraphic">
          <ac:chgData name="Madlener Linus" userId="1b15f3c6-a780-46dc-99ff-0f644634a515" providerId="ADAL" clId="{CF4ABFF0-B55A-4618-B428-60CEE95EB0A3}" dt="2025-06-16T14:58:58.523" v="3214" actId="478"/>
          <ac:graphicFrameMkLst>
            <pc:docMk/>
            <pc:sldMk cId="2042193111" sldId="262"/>
            <ac:graphicFrameMk id="2" creationId="{449488DD-3003-B503-C935-B12AF855718E}"/>
          </ac:graphicFrameMkLst>
        </pc:graphicFrameChg>
        <pc:graphicFrameChg chg="add mod modGraphic">
          <ac:chgData name="Madlener Linus" userId="1b15f3c6-a780-46dc-99ff-0f644634a515" providerId="ADAL" clId="{CF4ABFF0-B55A-4618-B428-60CEE95EB0A3}" dt="2025-06-16T14:59:23.772" v="3224" actId="1035"/>
          <ac:graphicFrameMkLst>
            <pc:docMk/>
            <pc:sldMk cId="2042193111" sldId="262"/>
            <ac:graphicFrameMk id="4" creationId="{22C9D0B3-16D7-58F7-7C3D-3AD0687075C4}"/>
          </ac:graphicFrameMkLst>
        </pc:graphicFrameChg>
      </pc:sldChg>
      <pc:sldChg chg="modSp add del mod setBg">
        <pc:chgData name="Madlener Linus" userId="1b15f3c6-a780-46dc-99ff-0f644634a515" providerId="ADAL" clId="{CF4ABFF0-B55A-4618-B428-60CEE95EB0A3}" dt="2025-06-16T14:34:33.678" v="1741" actId="47"/>
        <pc:sldMkLst>
          <pc:docMk/>
          <pc:sldMk cId="3518270925" sldId="262"/>
        </pc:sldMkLst>
        <pc:spChg chg="mod">
          <ac:chgData name="Madlener Linus" userId="1b15f3c6-a780-46dc-99ff-0f644634a515" providerId="ADAL" clId="{CF4ABFF0-B55A-4618-B428-60CEE95EB0A3}" dt="2025-06-16T13:51:42.727" v="327" actId="790"/>
          <ac:spMkLst>
            <pc:docMk/>
            <pc:sldMk cId="3518270925" sldId="262"/>
            <ac:spMk id="3" creationId="{DE45B890-39E0-90CA-6EAF-E8C3ED024642}"/>
          </ac:spMkLst>
        </pc:spChg>
        <pc:spChg chg="mod">
          <ac:chgData name="Madlener Linus" userId="1b15f3c6-a780-46dc-99ff-0f644634a515" providerId="ADAL" clId="{CF4ABFF0-B55A-4618-B428-60CEE95EB0A3}" dt="2025-06-16T13:51:42.727" v="327" actId="790"/>
          <ac:spMkLst>
            <pc:docMk/>
            <pc:sldMk cId="3518270925" sldId="262"/>
            <ac:spMk id="5" creationId="{EDEBCA2D-80A8-F899-1DB0-C8C387EAAB0F}"/>
          </ac:spMkLst>
        </pc:spChg>
        <pc:spChg chg="mod">
          <ac:chgData name="Madlener Linus" userId="1b15f3c6-a780-46dc-99ff-0f644634a515" providerId="ADAL" clId="{CF4ABFF0-B55A-4618-B428-60CEE95EB0A3}" dt="2025-06-16T13:51:42.727" v="327" actId="790"/>
          <ac:spMkLst>
            <pc:docMk/>
            <pc:sldMk cId="3518270925" sldId="262"/>
            <ac:spMk id="181" creationId="{41FEB4EF-A4C2-0096-140B-8E6B69708E67}"/>
          </ac:spMkLst>
        </pc:spChg>
        <pc:spChg chg="mod">
          <ac:chgData name="Madlener Linus" userId="1b15f3c6-a780-46dc-99ff-0f644634a515" providerId="ADAL" clId="{CF4ABFF0-B55A-4618-B428-60CEE95EB0A3}" dt="2025-06-16T13:51:42.727" v="327" actId="790"/>
          <ac:spMkLst>
            <pc:docMk/>
            <pc:sldMk cId="3518270925" sldId="262"/>
            <ac:spMk id="182" creationId="{5B3AC314-0DA5-9817-B58D-4847DF76FBCB}"/>
          </ac:spMkLst>
        </pc:spChg>
      </pc:sldChg>
    </pc:docChg>
  </pc:docChgLst>
  <pc:docChgLst>
    <pc:chgData name="Madlener Linus" userId="1b15f3c6-a780-46dc-99ff-0f644634a515" providerId="ADAL" clId="{BDC13388-7F80-4ADF-B5CE-DA4AF85A91C7}"/>
    <pc:docChg chg="undo custSel delSld modSld">
      <pc:chgData name="Madlener Linus" userId="1b15f3c6-a780-46dc-99ff-0f644634a515" providerId="ADAL" clId="{BDC13388-7F80-4ADF-B5CE-DA4AF85A91C7}" dt="2025-05-22T10:33:46.199" v="1464" actId="1076"/>
      <pc:docMkLst>
        <pc:docMk/>
      </pc:docMkLst>
      <pc:sldChg chg="delSp modSp mod">
        <pc:chgData name="Madlener Linus" userId="1b15f3c6-a780-46dc-99ff-0f644634a515" providerId="ADAL" clId="{BDC13388-7F80-4ADF-B5CE-DA4AF85A91C7}" dt="2025-05-20T16:42:10.748" v="945" actId="20577"/>
        <pc:sldMkLst>
          <pc:docMk/>
          <pc:sldMk cId="0" sldId="257"/>
        </pc:sldMkLst>
        <pc:spChg chg="mod">
          <ac:chgData name="Madlener Linus" userId="1b15f3c6-a780-46dc-99ff-0f644634a515" providerId="ADAL" clId="{BDC13388-7F80-4ADF-B5CE-DA4AF85A91C7}" dt="2025-05-20T16:17:22.775" v="420" actId="20577"/>
          <ac:spMkLst>
            <pc:docMk/>
            <pc:sldMk cId="0" sldId="257"/>
            <ac:spMk id="177" creationId="{00000000-0000-0000-0000-000000000000}"/>
          </ac:spMkLst>
        </pc:spChg>
        <pc:spChg chg="mod">
          <ac:chgData name="Madlener Linus" userId="1b15f3c6-a780-46dc-99ff-0f644634a515" providerId="ADAL" clId="{BDC13388-7F80-4ADF-B5CE-DA4AF85A91C7}" dt="2025-05-20T16:42:10.748" v="945" actId="20577"/>
          <ac:spMkLst>
            <pc:docMk/>
            <pc:sldMk cId="0" sldId="257"/>
            <ac:spMk id="178" creationId="{00000000-0000-0000-0000-000000000000}"/>
          </ac:spMkLst>
        </pc:spChg>
      </pc:sldChg>
      <pc:sldChg chg="addSp delSp modSp mod">
        <pc:chgData name="Madlener Linus" userId="1b15f3c6-a780-46dc-99ff-0f644634a515" providerId="ADAL" clId="{BDC13388-7F80-4ADF-B5CE-DA4AF85A91C7}" dt="2025-05-22T10:33:46.199" v="1464" actId="1076"/>
        <pc:sldMkLst>
          <pc:docMk/>
          <pc:sldMk cId="0" sldId="258"/>
        </pc:sldMkLst>
        <pc:spChg chg="add mod ord">
          <ac:chgData name="Madlener Linus" userId="1b15f3c6-a780-46dc-99ff-0f644634a515" providerId="ADAL" clId="{BDC13388-7F80-4ADF-B5CE-DA4AF85A91C7}" dt="2025-05-22T10:31:06.126" v="1457" actId="20577"/>
          <ac:spMkLst>
            <pc:docMk/>
            <pc:sldMk cId="0" sldId="258"/>
            <ac:spMk id="3" creationId="{8EE4FF07-779C-23CF-F77F-41257AB3523A}"/>
          </ac:spMkLst>
        </pc:spChg>
        <pc:spChg chg="mod">
          <ac:chgData name="Madlener Linus" userId="1b15f3c6-a780-46dc-99ff-0f644634a515" providerId="ADAL" clId="{BDC13388-7F80-4ADF-B5CE-DA4AF85A91C7}" dt="2025-05-20T16:53:56.844" v="982" actId="20577"/>
          <ac:spMkLst>
            <pc:docMk/>
            <pc:sldMk cId="0" sldId="258"/>
            <ac:spMk id="181" creationId="{00000000-0000-0000-0000-000000000000}"/>
          </ac:spMkLst>
        </pc:spChg>
      </pc:sldChg>
      <pc:sldChg chg="delSp modSp del mod">
        <pc:chgData name="Madlener Linus" userId="1b15f3c6-a780-46dc-99ff-0f644634a515" providerId="ADAL" clId="{BDC13388-7F80-4ADF-B5CE-DA4AF85A91C7}" dt="2025-05-20T17:11:44.112" v="1385" actId="47"/>
        <pc:sldMkLst>
          <pc:docMk/>
          <pc:sldMk cId="0" sldId="259"/>
        </pc:sldMkLst>
      </pc:sldChg>
      <pc:sldChg chg="delSp modSp del mod">
        <pc:chgData name="Madlener Linus" userId="1b15f3c6-a780-46dc-99ff-0f644634a515" providerId="ADAL" clId="{BDC13388-7F80-4ADF-B5CE-DA4AF85A91C7}" dt="2025-05-20T17:11:46.536" v="1386" actId="47"/>
        <pc:sldMkLst>
          <pc:docMk/>
          <pc:sldMk cId="0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de-AT" sz="1400" b="0" u="none" strike="noStrik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Click to edit the notes' format</a:t>
            </a:r>
          </a:p>
        </p:txBody>
      </p:sp>
      <p:sp>
        <p:nvSpPr>
          <p:cNvPr id="17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de-AT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&lt;header&gt;</a:t>
            </a:r>
          </a:p>
        </p:txBody>
      </p:sp>
      <p:sp>
        <p:nvSpPr>
          <p:cNvPr id="172" name="PlaceHolder 4"/>
          <p:cNvSpPr>
            <a:spLocks noGrp="1"/>
          </p:cNvSpPr>
          <p:nvPr>
            <p:ph type="dt" idx="4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AT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AT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73" name="PlaceHolder 5"/>
          <p:cNvSpPr>
            <a:spLocks noGrp="1"/>
          </p:cNvSpPr>
          <p:nvPr>
            <p:ph type="ftr" idx="5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de-AT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AT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74" name="PlaceHolder 6"/>
          <p:cNvSpPr>
            <a:spLocks noGrp="1"/>
          </p:cNvSpPr>
          <p:nvPr>
            <p:ph type="sldNum" idx="5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AT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EBB51B7-BFA1-4070-A711-4CDC2F631F2A}" type="slidenum">
              <a:rPr lang="de-AT" sz="1400" b="0" u="none" strike="noStrike">
                <a:solidFill>
                  <a:srgbClr val="000000"/>
                </a:solidFill>
                <a:uFillTx/>
                <a:latin typeface="Times New Roman"/>
              </a:rPr>
              <a:t>‹Nr.›</a:t>
            </a:fld>
            <a:endParaRPr lang="de-AT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/End with logo All purp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79106AA5-2EDB-4A7A-8A5E-5444CCE72997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 and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fld id="{5015F596-C7FD-4E66-BCF7-70522AB32447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5;p8"/>
          <p:cNvPicPr/>
          <p:nvPr/>
        </p:nvPicPr>
        <p:blipFill>
          <a:blip r:embed="rId3"/>
          <a:stretch/>
        </p:blipFill>
        <p:spPr>
          <a:xfrm>
            <a:off x="541440" y="6241680"/>
            <a:ext cx="2717280" cy="32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75200" y="1306800"/>
            <a:ext cx="9226440" cy="200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de-AT" sz="45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" name="Google Shape;115;p23"/>
          <p:cNvSpPr/>
          <p:nvPr/>
        </p:nvSpPr>
        <p:spPr>
          <a:xfrm>
            <a:off x="10065600" y="5500800"/>
            <a:ext cx="1396440" cy="73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chemeClr val="lt1"/>
                </a:solidFill>
                <a:uFillTx/>
                <a:latin typeface="Arial Black"/>
                <a:ea typeface="Arial Black"/>
              </a:rPr>
              <a:t>JOHANNES KEPLER UNIVERSITY LINZ</a:t>
            </a:r>
            <a:endParaRPr lang="de-AT" sz="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chemeClr val="lt1"/>
                </a:solidFill>
                <a:uFillTx/>
                <a:latin typeface="Arial"/>
                <a:ea typeface="Arial"/>
              </a:rPr>
              <a:t>Altenberger Straße 69</a:t>
            </a:r>
            <a:endParaRPr lang="de-AT" sz="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chemeClr val="lt1"/>
                </a:solidFill>
                <a:uFillTx/>
                <a:latin typeface="Arial"/>
                <a:ea typeface="Arial"/>
              </a:rPr>
              <a:t>4040 Linz, Austria</a:t>
            </a:r>
            <a:endParaRPr lang="de-AT" sz="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chemeClr val="lt1"/>
                </a:solidFill>
                <a:uFillTx/>
                <a:latin typeface="Arial"/>
                <a:ea typeface="Arial"/>
              </a:rPr>
              <a:t>jku.at</a:t>
            </a:r>
            <a:endParaRPr lang="de-AT" sz="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10151640" y="2516760"/>
            <a:ext cx="1468440" cy="1085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AT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AT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10151640" y="4039200"/>
            <a:ext cx="1468440" cy="1085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AT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AT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pic>
        <p:nvPicPr>
          <p:cNvPr id="43" name="Google Shape;118;p23"/>
          <p:cNvPicPr/>
          <p:nvPr/>
        </p:nvPicPr>
        <p:blipFill>
          <a:blip r:embed="rId4"/>
          <a:stretch/>
        </p:blipFill>
        <p:spPr>
          <a:xfrm>
            <a:off x="447120" y="3231000"/>
            <a:ext cx="2195640" cy="219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Google Shape;119;p23"/>
          <p:cNvPicPr/>
          <p:nvPr/>
        </p:nvPicPr>
        <p:blipFill>
          <a:blip r:embed="rId5"/>
          <a:stretch/>
        </p:blipFill>
        <p:spPr>
          <a:xfrm>
            <a:off x="9702000" y="554400"/>
            <a:ext cx="1931760" cy="13676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15;p8"/>
          <p:cNvPicPr/>
          <p:nvPr/>
        </p:nvPicPr>
        <p:blipFill>
          <a:blip r:embed="rId3"/>
          <a:stretch/>
        </p:blipFill>
        <p:spPr>
          <a:xfrm>
            <a:off x="541440" y="6241680"/>
            <a:ext cx="2717280" cy="32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86000" y="576000"/>
            <a:ext cx="11123640" cy="98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de-AT" sz="30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71600" y="1621440"/>
            <a:ext cx="11138040" cy="451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71600" y="5859000"/>
            <a:ext cx="11138040" cy="27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AT" sz="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AT" sz="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7" name="PlaceHolder 4"/>
          <p:cNvSpPr>
            <a:spLocks noGrp="1"/>
          </p:cNvSpPr>
          <p:nvPr>
            <p:ph type="dt" idx="19"/>
          </p:nvPr>
        </p:nvSpPr>
        <p:spPr>
          <a:xfrm>
            <a:off x="9424800" y="6357600"/>
            <a:ext cx="816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>
              <a:buNone/>
              <a:defRPr lang="de-AT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AT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68" name="PlaceHolder 5"/>
          <p:cNvSpPr>
            <a:spLocks noGrp="1"/>
          </p:cNvSpPr>
          <p:nvPr>
            <p:ph type="ftr" idx="20"/>
          </p:nvPr>
        </p:nvSpPr>
        <p:spPr>
          <a:xfrm>
            <a:off x="5889600" y="6350400"/>
            <a:ext cx="2426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de-AT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AT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69" name="PlaceHolder 6"/>
          <p:cNvSpPr>
            <a:spLocks noGrp="1"/>
          </p:cNvSpPr>
          <p:nvPr>
            <p:ph type="sldNum" idx="21"/>
          </p:nvPr>
        </p:nvSpPr>
        <p:spPr>
          <a:xfrm>
            <a:off x="11019600" y="6357600"/>
            <a:ext cx="685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5B5F741-1C0E-4669-B05D-8963ACC511EB}" type="slidenum">
              <a:rPr lang="en-US" sz="1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‹Nr.›</a:t>
            </a:fld>
            <a:endParaRPr lang="de-AT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5;p8"/>
          <p:cNvPicPr/>
          <p:nvPr/>
        </p:nvPicPr>
        <p:blipFill>
          <a:blip r:embed="rId3"/>
          <a:stretch/>
        </p:blipFill>
        <p:spPr>
          <a:xfrm>
            <a:off x="541440" y="6241680"/>
            <a:ext cx="2717280" cy="32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86000" y="576000"/>
            <a:ext cx="11123640" cy="98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de-AT" sz="30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478800" y="1641600"/>
            <a:ext cx="5399640" cy="45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6213600" y="1638000"/>
            <a:ext cx="5399640" cy="45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AT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27" name="PlaceHolder 4"/>
          <p:cNvSpPr>
            <a:spLocks noGrp="1"/>
          </p:cNvSpPr>
          <p:nvPr>
            <p:ph type="dt" idx="34"/>
          </p:nvPr>
        </p:nvSpPr>
        <p:spPr>
          <a:xfrm>
            <a:off x="9424800" y="6357600"/>
            <a:ext cx="816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>
              <a:buNone/>
              <a:defRPr lang="de-AT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AT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28" name="PlaceHolder 5"/>
          <p:cNvSpPr>
            <a:spLocks noGrp="1"/>
          </p:cNvSpPr>
          <p:nvPr>
            <p:ph type="ftr" idx="35"/>
          </p:nvPr>
        </p:nvSpPr>
        <p:spPr>
          <a:xfrm>
            <a:off x="5889600" y="6350400"/>
            <a:ext cx="2426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de-AT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AT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29" name="PlaceHolder 6"/>
          <p:cNvSpPr>
            <a:spLocks noGrp="1"/>
          </p:cNvSpPr>
          <p:nvPr>
            <p:ph type="sldNum" idx="36"/>
          </p:nvPr>
        </p:nvSpPr>
        <p:spPr>
          <a:xfrm>
            <a:off x="11019600" y="6357600"/>
            <a:ext cx="685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95FF09F-1B8B-4D49-B675-D4C6A33D21B0}" type="slidenum">
              <a:rPr lang="en-US" sz="1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‹Nr.›</a:t>
            </a:fld>
            <a:endParaRPr lang="de-AT" sz="1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ubTitle"/>
          </p:nvPr>
        </p:nvSpPr>
        <p:spPr>
          <a:xfrm>
            <a:off x="486000" y="5410800"/>
            <a:ext cx="9215640" cy="73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5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800" b="0" u="none" strike="noStrike" noProof="0" dirty="0">
                <a:solidFill>
                  <a:schemeClr val="lt1"/>
                </a:solidFill>
                <a:uFillTx/>
                <a:latin typeface="Arial"/>
                <a:ea typeface="Arial"/>
              </a:rPr>
              <a:t>Aral </a:t>
            </a:r>
            <a:r>
              <a:rPr lang="en-US" sz="1800" b="0" u="none" strike="noStrike" noProof="0" dirty="0" err="1">
                <a:solidFill>
                  <a:schemeClr val="lt1"/>
                </a:solidFill>
                <a:uFillTx/>
                <a:latin typeface="Arial"/>
                <a:ea typeface="Arial"/>
              </a:rPr>
              <a:t>Cimcim</a:t>
            </a:r>
            <a:r>
              <a:rPr lang="en-US" sz="1800" b="0" u="none" strike="noStrike" noProof="0" dirty="0">
                <a:solidFill>
                  <a:schemeClr val="lt1"/>
                </a:solidFill>
                <a:uFillTx/>
                <a:latin typeface="Arial"/>
                <a:ea typeface="Arial"/>
              </a:rPr>
              <a:t>, Sandro Müller, Linus Madlener, Kevin Eberl</a:t>
            </a:r>
            <a:endParaRPr lang="en-US" sz="1800" b="0" u="none" strike="noStrike" noProof="0" dirty="0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601"/>
              </a:spcAft>
              <a:tabLst>
                <a:tab pos="0" algn="l"/>
              </a:tabLst>
            </a:pPr>
            <a:endParaRPr lang="en-US" sz="1800" b="0" u="none" strike="noStrike" noProof="0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title"/>
          </p:nvPr>
        </p:nvSpPr>
        <p:spPr>
          <a:xfrm>
            <a:off x="475200" y="1306800"/>
            <a:ext cx="9226440" cy="200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4500" b="0" u="none" strike="noStrike" noProof="0" dirty="0">
                <a:solidFill>
                  <a:schemeClr val="lt1"/>
                </a:solidFill>
                <a:uFillTx/>
                <a:latin typeface="Arial Black"/>
                <a:ea typeface="Arial Black"/>
              </a:rPr>
              <a:t>MLPC – Team Toothpaste</a:t>
            </a:r>
            <a:endParaRPr lang="en-US" sz="45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86000" y="576000"/>
            <a:ext cx="11123640" cy="98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83000"/>
              </a:lnSpc>
              <a:buNone/>
            </a:pPr>
            <a:r>
              <a:rPr lang="en-US" sz="3000" b="0" u="none" strike="noStrike" noProof="0" dirty="0">
                <a:solidFill>
                  <a:schemeClr val="lt1"/>
                </a:solidFill>
                <a:uFillTx/>
                <a:latin typeface="Arial Black"/>
              </a:rPr>
              <a:t>Outline</a:t>
            </a:r>
            <a:endParaRPr lang="en-US" sz="20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478799" y="1641600"/>
            <a:ext cx="11123639" cy="45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76320" indent="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000" b="1" noProof="0" dirty="0">
                <a:solidFill>
                  <a:schemeClr val="bg1"/>
                </a:solidFill>
                <a:latin typeface="Arial"/>
              </a:rPr>
              <a:t>Problem</a:t>
            </a:r>
          </a:p>
          <a:p>
            <a:pPr marL="419220" indent="-3429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noProof="0" dirty="0">
                <a:solidFill>
                  <a:schemeClr val="bg1"/>
                </a:solidFill>
                <a:latin typeface="Arial"/>
              </a:rPr>
              <a:t>Better accuracy isn’t everything</a:t>
            </a:r>
          </a:p>
          <a:p>
            <a:pPr marL="419220" indent="-3429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b="0" u="none" strike="noStrike" noProof="0" dirty="0">
                <a:solidFill>
                  <a:schemeClr val="bg1"/>
                </a:solidFill>
                <a:uFillTx/>
                <a:latin typeface="Arial"/>
              </a:rPr>
              <a:t>Missing event (false negative) penalized more than</a:t>
            </a:r>
            <a:r>
              <a:rPr lang="en-US" sz="2000" noProof="0" dirty="0">
                <a:solidFill>
                  <a:schemeClr val="bg1"/>
                </a:solidFill>
                <a:latin typeface="Arial"/>
              </a:rPr>
              <a:t> False alarm (false positive) </a:t>
            </a:r>
          </a:p>
          <a:p>
            <a:pPr marL="76320" indent="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000" b="1" noProof="0" dirty="0">
                <a:solidFill>
                  <a:schemeClr val="bg1"/>
                </a:solidFill>
                <a:latin typeface="Arial"/>
              </a:rPr>
              <a:t>Our Goal</a:t>
            </a:r>
          </a:p>
          <a:p>
            <a:pPr marL="419220" indent="-3429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noProof="0" dirty="0">
                <a:solidFill>
                  <a:schemeClr val="bg1"/>
                </a:solidFill>
                <a:latin typeface="Arial"/>
              </a:rPr>
              <a:t>Design cost-aware system</a:t>
            </a:r>
            <a:endParaRPr lang="en-US" sz="2000" dirty="0">
              <a:solidFill>
                <a:schemeClr val="bg1"/>
              </a:solidFill>
              <a:latin typeface="Arial"/>
            </a:endParaRPr>
          </a:p>
          <a:p>
            <a:pPr marL="76320" indent="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000" b="1" dirty="0">
                <a:solidFill>
                  <a:schemeClr val="bg1"/>
                </a:solidFill>
              </a:rPr>
              <a:t>3 Hypotheses</a:t>
            </a:r>
          </a:p>
          <a:p>
            <a:pPr marL="419220" indent="-3429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“Dumb” threshold is costly</a:t>
            </a:r>
          </a:p>
          <a:p>
            <a:pPr marL="419220" indent="-3429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Raw predictions are noisy</a:t>
            </a:r>
          </a:p>
          <a:p>
            <a:pPr marL="419220" indent="-3429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Deeper isn’t always better</a:t>
            </a:r>
          </a:p>
          <a:p>
            <a:pPr marL="76320" indent="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endParaRPr lang="en-US" sz="2000" b="1">
              <a:solidFill>
                <a:schemeClr val="bg1"/>
              </a:solidFill>
            </a:endParaRPr>
          </a:p>
          <a:p>
            <a:pPr marL="76320" indent="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000" b="1">
                <a:solidFill>
                  <a:schemeClr val="bg1"/>
                </a:solidFill>
              </a:rPr>
              <a:t>Results &amp; Conclusion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FB1CC88-7B18-88B0-C7AB-2E01A0E6C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478" y="3005921"/>
            <a:ext cx="4361568" cy="336621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D99E3496-9D4F-8428-BE66-A3D59F694C59}"/>
              </a:ext>
            </a:extLst>
          </p:cNvPr>
          <p:cNvSpPr txBox="1"/>
          <p:nvPr/>
        </p:nvSpPr>
        <p:spPr>
          <a:xfrm>
            <a:off x="4696201" y="6372131"/>
            <a:ext cx="57584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noProof="0" dirty="0">
                <a:solidFill>
                  <a:schemeClr val="bg1">
                    <a:lumMod val="50000"/>
                  </a:schemeClr>
                </a:solidFill>
              </a:rPr>
              <a:t>Table 1: 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</a:rPr>
              <a:t>Cost Matrix for Evaluation</a:t>
            </a:r>
            <a:endParaRPr lang="en-US" sz="1200" i="1" noProof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2">
            <a:extLst>
              <a:ext uri="{FF2B5EF4-FFF2-40B4-BE49-F238E27FC236}">
                <a16:creationId xmlns:a16="http://schemas.microsoft.com/office/drawing/2014/main" id="{8EE4FF07-779C-23CF-F77F-41257AB3523A}"/>
              </a:ext>
            </a:extLst>
          </p:cNvPr>
          <p:cNvSpPr txBox="1">
            <a:spLocks/>
          </p:cNvSpPr>
          <p:nvPr/>
        </p:nvSpPr>
        <p:spPr>
          <a:xfrm>
            <a:off x="478799" y="1641600"/>
            <a:ext cx="11123639" cy="45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320" indent="0">
              <a:lnSpc>
                <a:spcPct val="150000"/>
              </a:lnSpc>
              <a:spcBef>
                <a:spcPts val="799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000" b="1" dirty="0">
                <a:solidFill>
                  <a:schemeClr val="bg1"/>
                </a:solidFill>
                <a:latin typeface="Arial"/>
              </a:rPr>
              <a:t>Multi-stage pipeline</a:t>
            </a:r>
            <a:endParaRPr lang="en-US" sz="2000" b="1" noProof="0" dirty="0">
              <a:solidFill>
                <a:schemeClr val="bg1"/>
              </a:solidFill>
              <a:latin typeface="Arial"/>
            </a:endParaRPr>
          </a:p>
          <a:p>
            <a:pPr marL="533520" indent="-457200">
              <a:lnSpc>
                <a:spcPct val="150000"/>
              </a:lnSpc>
              <a:spcBef>
                <a:spcPts val="799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US" sz="2000" b="1" noProof="0" dirty="0">
                <a:solidFill>
                  <a:schemeClr val="bg1"/>
                </a:solidFill>
                <a:latin typeface="Arial"/>
              </a:rPr>
              <a:t>Input: </a:t>
            </a:r>
            <a:r>
              <a:rPr lang="en-US" sz="2000" noProof="0" dirty="0">
                <a:solidFill>
                  <a:schemeClr val="bg1"/>
                </a:solidFill>
                <a:latin typeface="Arial"/>
              </a:rPr>
              <a:t>Frame-level audio embeddings (120ms)</a:t>
            </a:r>
          </a:p>
          <a:p>
            <a:pPr marL="533520" indent="-457200">
              <a:lnSpc>
                <a:spcPct val="150000"/>
              </a:lnSpc>
              <a:spcBef>
                <a:spcPts val="799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US" sz="2000" b="1" dirty="0">
                <a:solidFill>
                  <a:schemeClr val="bg1"/>
                </a:solidFill>
                <a:latin typeface="Arial"/>
              </a:rPr>
              <a:t>Core Model: </a:t>
            </a:r>
            <a:r>
              <a:rPr lang="en-US" sz="2000" dirty="0">
                <a:solidFill>
                  <a:schemeClr val="bg1"/>
                </a:solidFill>
                <a:latin typeface="Arial"/>
              </a:rPr>
              <a:t>Bidirectional GRU classifier for temporal patterns</a:t>
            </a:r>
          </a:p>
          <a:p>
            <a:pPr marL="533520" indent="-457200">
              <a:lnSpc>
                <a:spcPct val="150000"/>
              </a:lnSpc>
              <a:spcBef>
                <a:spcPts val="799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US" sz="2000" b="1" noProof="0" dirty="0">
                <a:solidFill>
                  <a:schemeClr val="bg1"/>
                </a:solidFill>
                <a:latin typeface="Arial"/>
              </a:rPr>
              <a:t>Post-Processing:</a:t>
            </a:r>
            <a:endParaRPr lang="en-US" sz="2000" b="1" dirty="0">
              <a:solidFill>
                <a:schemeClr val="bg1"/>
              </a:solidFill>
              <a:latin typeface="Arial"/>
            </a:endParaRPr>
          </a:p>
          <a:p>
            <a:pPr marL="990720" lvl="1" indent="-457200">
              <a:lnSpc>
                <a:spcPct val="150000"/>
              </a:lnSpc>
              <a:spcBef>
                <a:spcPts val="799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US" sz="1600" noProof="0" dirty="0">
                <a:solidFill>
                  <a:schemeClr val="bg1"/>
                </a:solidFill>
                <a:latin typeface="Arial"/>
              </a:rPr>
              <a:t>Smooths probabilities</a:t>
            </a:r>
          </a:p>
          <a:p>
            <a:pPr marL="990720" lvl="1" indent="-457200">
              <a:lnSpc>
                <a:spcPct val="150000"/>
              </a:lnSpc>
              <a:spcBef>
                <a:spcPts val="799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US" sz="1600" dirty="0">
                <a:solidFill>
                  <a:schemeClr val="bg1"/>
                </a:solidFill>
                <a:latin typeface="Arial"/>
              </a:rPr>
              <a:t>Applies tuned thresholds</a:t>
            </a:r>
          </a:p>
          <a:p>
            <a:pPr marL="990720" lvl="1" indent="-457200">
              <a:lnSpc>
                <a:spcPct val="150000"/>
              </a:lnSpc>
              <a:spcBef>
                <a:spcPts val="799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US" sz="1600" noProof="0" dirty="0">
                <a:solidFill>
                  <a:schemeClr val="bg1"/>
                </a:solidFill>
                <a:latin typeface="Arial"/>
              </a:rPr>
              <a:t>Filters out noise</a:t>
            </a:r>
          </a:p>
          <a:p>
            <a:pPr marL="533520" indent="-457200">
              <a:lnSpc>
                <a:spcPct val="150000"/>
              </a:lnSpc>
              <a:spcBef>
                <a:spcPts val="799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US" sz="2000" b="1" dirty="0">
                <a:solidFill>
                  <a:schemeClr val="bg1"/>
                </a:solidFill>
                <a:latin typeface="Arial"/>
              </a:rPr>
              <a:t>Output: </a:t>
            </a:r>
            <a:r>
              <a:rPr lang="en-US" sz="2000" dirty="0">
                <a:solidFill>
                  <a:schemeClr val="bg1"/>
                </a:solidFill>
                <a:latin typeface="Arial"/>
              </a:rPr>
              <a:t>Final predictions for 1.2s segments</a:t>
            </a:r>
            <a:endParaRPr lang="en-US" sz="2000" noProof="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486000" y="576000"/>
            <a:ext cx="11123640" cy="98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3000" b="0" u="none" strike="noStrike" noProof="0" dirty="0">
                <a:solidFill>
                  <a:schemeClr val="lt1"/>
                </a:solidFill>
                <a:uFillTx/>
                <a:latin typeface="Arial Black"/>
                <a:ea typeface="Arial Black"/>
              </a:rPr>
              <a:t>Architecture</a:t>
            </a:r>
            <a:br>
              <a:rPr lang="en-US" sz="3000" noProof="0" dirty="0"/>
            </a:br>
            <a:endParaRPr lang="en-US" sz="20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471600" y="5859000"/>
            <a:ext cx="11138040" cy="27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br>
              <a:rPr lang="en-US" sz="2000" noProof="0" dirty="0"/>
            </a:br>
            <a:endParaRPr lang="en-US" sz="20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FE1A2-ED71-7AC7-43E6-36EA7CC3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2">
            <a:extLst>
              <a:ext uri="{FF2B5EF4-FFF2-40B4-BE49-F238E27FC236}">
                <a16:creationId xmlns:a16="http://schemas.microsoft.com/office/drawing/2014/main" id="{EAB57910-5013-03B6-8866-98F96BCA3EDD}"/>
              </a:ext>
            </a:extLst>
          </p:cNvPr>
          <p:cNvSpPr txBox="1">
            <a:spLocks/>
          </p:cNvSpPr>
          <p:nvPr/>
        </p:nvSpPr>
        <p:spPr>
          <a:xfrm>
            <a:off x="478799" y="1641600"/>
            <a:ext cx="11123639" cy="45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320" indent="0">
              <a:lnSpc>
                <a:spcPct val="105000"/>
              </a:lnSpc>
              <a:spcBef>
                <a:spcPts val="799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000" b="1" noProof="0" dirty="0">
                <a:solidFill>
                  <a:schemeClr val="bg1"/>
                </a:solidFill>
                <a:latin typeface="Arial"/>
              </a:rPr>
              <a:t>Hypothesis</a:t>
            </a:r>
          </a:p>
          <a:p>
            <a:pPr marL="419220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dirty="0">
                <a:solidFill>
                  <a:schemeClr val="bg1"/>
                </a:solidFill>
                <a:latin typeface="Arial"/>
              </a:rPr>
              <a:t>Single fixed threshold (e.g., 0.5) performs poorly</a:t>
            </a:r>
            <a:endParaRPr lang="en-US" sz="2000" noProof="0" dirty="0">
              <a:solidFill>
                <a:schemeClr val="bg1"/>
              </a:solidFill>
              <a:latin typeface="Arial"/>
            </a:endParaRPr>
          </a:p>
          <a:p>
            <a:pPr marL="419220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noProof="0" dirty="0">
                <a:solidFill>
                  <a:schemeClr val="bg1"/>
                </a:solidFill>
                <a:latin typeface="Arial"/>
              </a:rPr>
              <a:t>Ignores unique cost penalties</a:t>
            </a:r>
          </a:p>
          <a:p>
            <a:pPr marL="76320" indent="0">
              <a:lnSpc>
                <a:spcPct val="105000"/>
              </a:lnSpc>
              <a:spcBef>
                <a:spcPts val="799"/>
              </a:spcBef>
              <a:buNone/>
              <a:tabLst>
                <a:tab pos="0" algn="l"/>
              </a:tabLst>
            </a:pPr>
            <a:endParaRPr lang="en-US" sz="2000" noProof="0" dirty="0">
              <a:solidFill>
                <a:schemeClr val="bg1"/>
              </a:solidFill>
              <a:latin typeface="Arial"/>
            </a:endParaRPr>
          </a:p>
          <a:p>
            <a:pPr marL="76320" indent="0">
              <a:lnSpc>
                <a:spcPct val="105000"/>
              </a:lnSpc>
              <a:spcBef>
                <a:spcPts val="799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000" b="1" noProof="0" dirty="0">
                <a:solidFill>
                  <a:schemeClr val="bg1"/>
                </a:solidFill>
                <a:latin typeface="Arial"/>
              </a:rPr>
              <a:t>Method</a:t>
            </a:r>
          </a:p>
          <a:p>
            <a:pPr marL="419220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noProof="0" dirty="0">
                <a:solidFill>
                  <a:schemeClr val="bg1"/>
                </a:solidFill>
                <a:latin typeface="Arial"/>
              </a:rPr>
              <a:t>Tuned one threshold for each of the 10 classes	</a:t>
            </a:r>
          </a:p>
          <a:p>
            <a:pPr marL="876420" lvl="1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1600" dirty="0">
                <a:solidFill>
                  <a:schemeClr val="bg1"/>
                </a:solidFill>
                <a:latin typeface="Arial"/>
              </a:rPr>
              <a:t>Iterated through all possible thresholds</a:t>
            </a:r>
          </a:p>
          <a:p>
            <a:pPr marL="876420" lvl="1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1600" noProof="0" dirty="0">
                <a:solidFill>
                  <a:schemeClr val="bg1"/>
                </a:solidFill>
                <a:latin typeface="Arial"/>
              </a:rPr>
              <a:t>Selected the one with lowest cost for that class</a:t>
            </a:r>
          </a:p>
          <a:p>
            <a:pPr marL="419220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dirty="0">
                <a:solidFill>
                  <a:schemeClr val="bg1"/>
                </a:solidFill>
                <a:latin typeface="Arial"/>
              </a:rPr>
              <a:t>Single most impactful improvement</a:t>
            </a:r>
          </a:p>
        </p:txBody>
      </p:sp>
      <p:sp>
        <p:nvSpPr>
          <p:cNvPr id="181" name="PlaceHolder 1">
            <a:extLst>
              <a:ext uri="{FF2B5EF4-FFF2-40B4-BE49-F238E27FC236}">
                <a16:creationId xmlns:a16="http://schemas.microsoft.com/office/drawing/2014/main" id="{ED95BA9E-B9CB-8B98-4225-350C4A8E5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00" y="576000"/>
            <a:ext cx="11123640" cy="98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3000" dirty="0">
                <a:solidFill>
                  <a:schemeClr val="lt1"/>
                </a:solidFill>
                <a:latin typeface="Arial Black"/>
              </a:rPr>
              <a:t>Hypothesis 1: “Dumb” Threshold is Expensive</a:t>
            </a:r>
            <a:endParaRPr lang="en-US" sz="20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6EE9238C-608D-F491-8400-2D0F4C424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610811"/>
              </p:ext>
            </p:extLst>
          </p:nvPr>
        </p:nvGraphicFramePr>
        <p:xfrm>
          <a:off x="7361084" y="1391920"/>
          <a:ext cx="3641214" cy="407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607">
                  <a:extLst>
                    <a:ext uri="{9D8B030D-6E8A-4147-A177-3AD203B41FA5}">
                      <a16:colId xmlns:a16="http://schemas.microsoft.com/office/drawing/2014/main" val="2154196396"/>
                    </a:ext>
                  </a:extLst>
                </a:gridCol>
                <a:gridCol w="1820607">
                  <a:extLst>
                    <a:ext uri="{9D8B030D-6E8A-4147-A177-3AD203B41FA5}">
                      <a16:colId xmlns:a16="http://schemas.microsoft.com/office/drawing/2014/main" val="1612379591"/>
                    </a:ext>
                  </a:extLst>
                </a:gridCol>
              </a:tblGrid>
              <a:tr h="264596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Threshold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866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Speech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472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597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Chainsaw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042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Jackhammer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63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Lawn Mower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577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Power Drill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95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Dog Bark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42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Rooster Crow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227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Horn Honk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952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867494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D121130D-9878-F001-CC10-B88C32764A7E}"/>
              </a:ext>
            </a:extLst>
          </p:cNvPr>
          <p:cNvSpPr txBox="1"/>
          <p:nvPr/>
        </p:nvSpPr>
        <p:spPr>
          <a:xfrm>
            <a:off x="7272252" y="5533860"/>
            <a:ext cx="57584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noProof="0" dirty="0">
                <a:solidFill>
                  <a:schemeClr val="bg1">
                    <a:lumMod val="50000"/>
                  </a:schemeClr>
                </a:solidFill>
              </a:rPr>
              <a:t>Table 2: Optimal threshold for each class based on cost</a:t>
            </a:r>
          </a:p>
        </p:txBody>
      </p:sp>
    </p:spTree>
    <p:extLst>
      <p:ext uri="{BB962C8B-B14F-4D97-AF65-F5344CB8AC3E}">
        <p14:creationId xmlns:p14="http://schemas.microsoft.com/office/powerpoint/2010/main" val="262814703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0FC18-4734-DDDF-5EA3-1EAFF376F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2">
            <a:extLst>
              <a:ext uri="{FF2B5EF4-FFF2-40B4-BE49-F238E27FC236}">
                <a16:creationId xmlns:a16="http://schemas.microsoft.com/office/drawing/2014/main" id="{982D0C82-A104-0E14-E48B-AFF255FDE58F}"/>
              </a:ext>
            </a:extLst>
          </p:cNvPr>
          <p:cNvSpPr txBox="1">
            <a:spLocks/>
          </p:cNvSpPr>
          <p:nvPr/>
        </p:nvSpPr>
        <p:spPr>
          <a:xfrm>
            <a:off x="478799" y="1641600"/>
            <a:ext cx="11123639" cy="45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320" indent="0">
              <a:lnSpc>
                <a:spcPct val="105000"/>
              </a:lnSpc>
              <a:spcBef>
                <a:spcPts val="799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000" b="1" noProof="0" dirty="0">
                <a:solidFill>
                  <a:schemeClr val="bg1"/>
                </a:solidFill>
                <a:latin typeface="Arial"/>
              </a:rPr>
              <a:t>Hypothesis</a:t>
            </a:r>
          </a:p>
          <a:p>
            <a:pPr marL="419220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noProof="0" dirty="0">
                <a:solidFill>
                  <a:schemeClr val="bg1"/>
                </a:solidFill>
                <a:latin typeface="Arial"/>
              </a:rPr>
              <a:t>Model output contains short, spurious detections -&gt; expensive</a:t>
            </a:r>
          </a:p>
          <a:p>
            <a:pPr marL="419220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dirty="0">
                <a:solidFill>
                  <a:schemeClr val="bg1"/>
                </a:solidFill>
                <a:latin typeface="Arial"/>
              </a:rPr>
              <a:t>Need to clean these predictions</a:t>
            </a:r>
            <a:endParaRPr lang="en-US" sz="2000" noProof="0" dirty="0">
              <a:solidFill>
                <a:schemeClr val="bg1"/>
              </a:solidFill>
              <a:latin typeface="Arial"/>
            </a:endParaRPr>
          </a:p>
          <a:p>
            <a:pPr marL="76320" indent="0">
              <a:lnSpc>
                <a:spcPct val="105000"/>
              </a:lnSpc>
              <a:spcBef>
                <a:spcPts val="799"/>
              </a:spcBef>
              <a:buNone/>
              <a:tabLst>
                <a:tab pos="0" algn="l"/>
              </a:tabLst>
            </a:pPr>
            <a:endParaRPr lang="en-US" sz="2000" noProof="0" dirty="0">
              <a:solidFill>
                <a:schemeClr val="bg1"/>
              </a:solidFill>
              <a:latin typeface="Arial"/>
            </a:endParaRPr>
          </a:p>
          <a:p>
            <a:pPr marL="76320" indent="0">
              <a:lnSpc>
                <a:spcPct val="105000"/>
              </a:lnSpc>
              <a:spcBef>
                <a:spcPts val="799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000" b="1" noProof="0" dirty="0">
                <a:solidFill>
                  <a:schemeClr val="bg1"/>
                </a:solidFill>
                <a:latin typeface="Arial"/>
              </a:rPr>
              <a:t>Method</a:t>
            </a:r>
          </a:p>
          <a:p>
            <a:pPr marL="419220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noProof="0" dirty="0">
                <a:solidFill>
                  <a:schemeClr val="bg1"/>
                </a:solidFill>
                <a:latin typeface="Arial"/>
              </a:rPr>
              <a:t>Two-step “cleaning” process on frame-level predictions:</a:t>
            </a:r>
            <a:endParaRPr lang="en-US" sz="1600" dirty="0">
              <a:solidFill>
                <a:schemeClr val="bg1"/>
              </a:solidFill>
              <a:latin typeface="Arial"/>
            </a:endParaRPr>
          </a:p>
          <a:p>
            <a:pPr marL="876420" lvl="1" indent="-342900">
              <a:lnSpc>
                <a:spcPct val="105000"/>
              </a:lnSpc>
              <a:spcBef>
                <a:spcPts val="799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US" sz="1600" noProof="0" dirty="0">
                <a:solidFill>
                  <a:schemeClr val="bg1"/>
                </a:solidFill>
                <a:latin typeface="Arial"/>
              </a:rPr>
              <a:t>Median Filtering: </a:t>
            </a:r>
            <a:r>
              <a:rPr lang="en-US" sz="1600" dirty="0">
                <a:solidFill>
                  <a:schemeClr val="bg1"/>
                </a:solidFill>
                <a:latin typeface="Arial"/>
              </a:rPr>
              <a:t>Applied to raw probabilities to smooth out single frame “blips” and fill small gaps</a:t>
            </a:r>
          </a:p>
          <a:p>
            <a:pPr marL="876420" lvl="1" indent="-342900">
              <a:lnSpc>
                <a:spcPct val="105000"/>
              </a:lnSpc>
              <a:spcBef>
                <a:spcPts val="799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US" sz="1600" dirty="0">
                <a:solidFill>
                  <a:schemeClr val="bg1"/>
                </a:solidFill>
                <a:latin typeface="Arial"/>
              </a:rPr>
              <a:t>Duration Filtering: After thresholding, remove any detected event shorter than 3 frames (360ms)</a:t>
            </a:r>
          </a:p>
          <a:p>
            <a:pPr marL="419220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noProof="0" dirty="0">
                <a:solidFill>
                  <a:schemeClr val="bg1"/>
                </a:solidFill>
                <a:latin typeface="Arial"/>
              </a:rPr>
              <a:t>Effectively removed noise -&gt; lowering final cost</a:t>
            </a:r>
          </a:p>
        </p:txBody>
      </p:sp>
      <p:sp>
        <p:nvSpPr>
          <p:cNvPr id="181" name="PlaceHolder 1">
            <a:extLst>
              <a:ext uri="{FF2B5EF4-FFF2-40B4-BE49-F238E27FC236}">
                <a16:creationId xmlns:a16="http://schemas.microsoft.com/office/drawing/2014/main" id="{4E3F5EBA-2E2B-DC9B-23CC-9B5A2FA35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00" y="576000"/>
            <a:ext cx="11123640" cy="98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3000" dirty="0">
                <a:solidFill>
                  <a:schemeClr val="lt1"/>
                </a:solidFill>
                <a:latin typeface="Arial Black"/>
              </a:rPr>
              <a:t>Hypothesis 2: Raw Predictions are Noisy</a:t>
            </a:r>
            <a:endParaRPr lang="en-US" sz="20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PlaceHolder 2">
            <a:extLst>
              <a:ext uri="{FF2B5EF4-FFF2-40B4-BE49-F238E27FC236}">
                <a16:creationId xmlns:a16="http://schemas.microsoft.com/office/drawing/2014/main" id="{E53392E5-802F-D70E-9412-2EA1D1E1705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71600" y="5859000"/>
            <a:ext cx="11138040" cy="27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br>
              <a:rPr lang="en-US" sz="2000" noProof="0" dirty="0"/>
            </a:br>
            <a:endParaRPr lang="en-US" sz="20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0124722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93081-4F2F-674F-3F62-36B9FD6DF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2">
            <a:extLst>
              <a:ext uri="{FF2B5EF4-FFF2-40B4-BE49-F238E27FC236}">
                <a16:creationId xmlns:a16="http://schemas.microsoft.com/office/drawing/2014/main" id="{877A8BAE-F22D-932E-7623-187C60835133}"/>
              </a:ext>
            </a:extLst>
          </p:cNvPr>
          <p:cNvSpPr txBox="1">
            <a:spLocks/>
          </p:cNvSpPr>
          <p:nvPr/>
        </p:nvSpPr>
        <p:spPr>
          <a:xfrm>
            <a:off x="478799" y="1641600"/>
            <a:ext cx="11123639" cy="45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320" indent="0">
              <a:lnSpc>
                <a:spcPct val="105000"/>
              </a:lnSpc>
              <a:spcBef>
                <a:spcPts val="799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000" b="1" noProof="0" dirty="0">
                <a:solidFill>
                  <a:schemeClr val="bg1"/>
                </a:solidFill>
                <a:latin typeface="Arial"/>
              </a:rPr>
              <a:t>Hypothesis:</a:t>
            </a:r>
          </a:p>
          <a:p>
            <a:pPr marL="76320" indent="0">
              <a:lnSpc>
                <a:spcPct val="105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000" dirty="0">
                <a:solidFill>
                  <a:schemeClr val="bg1"/>
                </a:solidFill>
                <a:latin typeface="Arial"/>
              </a:rPr>
              <a:t>More complex model might overfit -&gt; higher cost</a:t>
            </a:r>
          </a:p>
          <a:p>
            <a:pPr marL="419220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endParaRPr lang="en-US" sz="2000" noProof="0" dirty="0">
              <a:solidFill>
                <a:schemeClr val="bg1"/>
              </a:solidFill>
              <a:latin typeface="Arial"/>
            </a:endParaRPr>
          </a:p>
          <a:p>
            <a:pPr marL="76320" indent="0">
              <a:lnSpc>
                <a:spcPct val="105000"/>
              </a:lnSpc>
              <a:spcBef>
                <a:spcPts val="799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000" b="1" noProof="0" dirty="0">
                <a:solidFill>
                  <a:schemeClr val="bg1"/>
                </a:solidFill>
                <a:latin typeface="Arial"/>
              </a:rPr>
              <a:t>Method</a:t>
            </a:r>
          </a:p>
          <a:p>
            <a:pPr marL="419220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dirty="0">
                <a:solidFill>
                  <a:schemeClr val="bg1"/>
                </a:solidFill>
                <a:latin typeface="Arial"/>
              </a:rPr>
              <a:t>Trained models with varying complexity:</a:t>
            </a:r>
          </a:p>
          <a:p>
            <a:pPr marL="876420" lvl="1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1600" b="1" noProof="0" dirty="0">
                <a:solidFill>
                  <a:schemeClr val="bg1"/>
                </a:solidFill>
                <a:latin typeface="Arial"/>
              </a:rPr>
              <a:t>Layers: </a:t>
            </a:r>
            <a:r>
              <a:rPr lang="en-US" sz="1600" noProof="0" dirty="0">
                <a:solidFill>
                  <a:schemeClr val="bg1"/>
                </a:solidFill>
                <a:latin typeface="Arial"/>
              </a:rPr>
              <a:t>[1, 2, 4]</a:t>
            </a:r>
          </a:p>
          <a:p>
            <a:pPr marL="876420" lvl="1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1600" b="1" dirty="0">
                <a:solidFill>
                  <a:schemeClr val="bg1"/>
                </a:solidFill>
                <a:latin typeface="Arial"/>
              </a:rPr>
              <a:t>Hidden Dimensions: </a:t>
            </a:r>
            <a:r>
              <a:rPr lang="en-US" sz="1600" dirty="0">
                <a:solidFill>
                  <a:schemeClr val="bg1"/>
                </a:solidFill>
                <a:latin typeface="Arial"/>
              </a:rPr>
              <a:t>[256, 512, 1024]</a:t>
            </a:r>
          </a:p>
          <a:p>
            <a:pPr marL="419220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noProof="0" dirty="0">
                <a:solidFill>
                  <a:schemeClr val="bg1"/>
                </a:solidFill>
                <a:latin typeface="Arial"/>
              </a:rPr>
              <a:t>Compared validation/total cost after full pipeline</a:t>
            </a:r>
          </a:p>
          <a:p>
            <a:pPr marL="76320" indent="0">
              <a:lnSpc>
                <a:spcPct val="105000"/>
              </a:lnSpc>
              <a:spcBef>
                <a:spcPts val="799"/>
              </a:spcBef>
              <a:buNone/>
              <a:tabLst>
                <a:tab pos="0" algn="l"/>
              </a:tabLst>
            </a:pPr>
            <a:endParaRPr lang="en-US" sz="2000" dirty="0">
              <a:solidFill>
                <a:schemeClr val="bg1"/>
              </a:solidFill>
              <a:latin typeface="Arial"/>
            </a:endParaRPr>
          </a:p>
          <a:p>
            <a:pPr marL="76320" indent="0">
              <a:lnSpc>
                <a:spcPct val="105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000" b="1" dirty="0">
                <a:solidFill>
                  <a:schemeClr val="bg1"/>
                </a:solidFill>
                <a:latin typeface="Arial"/>
              </a:rPr>
              <a:t>Outcome</a:t>
            </a:r>
          </a:p>
          <a:p>
            <a:pPr marL="419220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dirty="0">
                <a:solidFill>
                  <a:schemeClr val="bg1"/>
                </a:solidFill>
                <a:latin typeface="Arial"/>
              </a:rPr>
              <a:t>1 layer &amp; 256 hidden dimensions achieved lowest cost</a:t>
            </a:r>
          </a:p>
        </p:txBody>
      </p:sp>
      <p:sp>
        <p:nvSpPr>
          <p:cNvPr id="181" name="PlaceHolder 1">
            <a:extLst>
              <a:ext uri="{FF2B5EF4-FFF2-40B4-BE49-F238E27FC236}">
                <a16:creationId xmlns:a16="http://schemas.microsoft.com/office/drawing/2014/main" id="{32C415ED-289E-7DFC-1F6C-FA7A97525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00" y="576000"/>
            <a:ext cx="11123640" cy="98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3000" b="0" u="none" strike="noStrike" noProof="0" dirty="0">
                <a:solidFill>
                  <a:schemeClr val="lt1"/>
                </a:solidFill>
                <a:uFillTx/>
                <a:latin typeface="Arial Black"/>
                <a:ea typeface="Arial Black"/>
              </a:rPr>
              <a:t>Hypothesis 3: Deeper Isn’t Always Better</a:t>
            </a:r>
            <a:endParaRPr lang="en-US" sz="20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PlaceHolder 2">
            <a:extLst>
              <a:ext uri="{FF2B5EF4-FFF2-40B4-BE49-F238E27FC236}">
                <a16:creationId xmlns:a16="http://schemas.microsoft.com/office/drawing/2014/main" id="{DC465A5D-22D6-2D3D-86A2-2834D1653EB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71600" y="5859000"/>
            <a:ext cx="11138040" cy="27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br>
              <a:rPr lang="en-US" sz="2000" noProof="0" dirty="0"/>
            </a:br>
            <a:endParaRPr lang="en-US" sz="20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1844193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9A3D0-4110-E4BF-1D66-BDADDA0C4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2">
            <a:extLst>
              <a:ext uri="{FF2B5EF4-FFF2-40B4-BE49-F238E27FC236}">
                <a16:creationId xmlns:a16="http://schemas.microsoft.com/office/drawing/2014/main" id="{E0115077-C543-C308-42EC-6FE00C9ACBB6}"/>
              </a:ext>
            </a:extLst>
          </p:cNvPr>
          <p:cNvSpPr txBox="1">
            <a:spLocks/>
          </p:cNvSpPr>
          <p:nvPr/>
        </p:nvSpPr>
        <p:spPr>
          <a:xfrm>
            <a:off x="478799" y="1641600"/>
            <a:ext cx="11123639" cy="45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320" indent="0">
              <a:lnSpc>
                <a:spcPct val="105000"/>
              </a:lnSpc>
              <a:spcBef>
                <a:spcPts val="799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000" b="1" dirty="0">
                <a:solidFill>
                  <a:schemeClr val="bg1"/>
                </a:solidFill>
                <a:latin typeface="Arial"/>
              </a:rPr>
              <a:t>Key Strategies</a:t>
            </a:r>
            <a:r>
              <a:rPr lang="en-US" sz="2000" b="1" noProof="0" dirty="0">
                <a:solidFill>
                  <a:schemeClr val="bg1"/>
                </a:solidFill>
                <a:latin typeface="Arial"/>
              </a:rPr>
              <a:t>:</a:t>
            </a:r>
          </a:p>
          <a:p>
            <a:pPr marL="419220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noProof="0" dirty="0">
                <a:solidFill>
                  <a:schemeClr val="bg1"/>
                </a:solidFill>
                <a:latin typeface="Arial"/>
              </a:rPr>
              <a:t>Cost-sensitive loss function</a:t>
            </a:r>
          </a:p>
          <a:p>
            <a:pPr marL="419220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dirty="0">
                <a:solidFill>
                  <a:schemeClr val="bg1"/>
                </a:solidFill>
                <a:latin typeface="Arial"/>
              </a:rPr>
              <a:t>Class-specific probability thresholds</a:t>
            </a:r>
          </a:p>
          <a:p>
            <a:pPr marL="419220" indent="-342900">
              <a:lnSpc>
                <a:spcPct val="105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2000" noProof="0" dirty="0">
                <a:solidFill>
                  <a:schemeClr val="bg1"/>
                </a:solidFill>
                <a:latin typeface="Arial"/>
              </a:rPr>
              <a:t>Median and duration filtering</a:t>
            </a:r>
            <a:endParaRPr lang="en-US" sz="2000" dirty="0">
              <a:solidFill>
                <a:schemeClr val="bg1"/>
              </a:solidFill>
              <a:latin typeface="Arial"/>
            </a:endParaRPr>
          </a:p>
          <a:p>
            <a:pPr marL="76320" indent="0">
              <a:lnSpc>
                <a:spcPct val="105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000" b="1" dirty="0">
                <a:solidFill>
                  <a:schemeClr val="bg1"/>
                </a:solidFill>
                <a:latin typeface="Arial"/>
              </a:rPr>
              <a:t>Performance</a:t>
            </a:r>
          </a:p>
        </p:txBody>
      </p:sp>
      <p:sp>
        <p:nvSpPr>
          <p:cNvPr id="181" name="PlaceHolder 1">
            <a:extLst>
              <a:ext uri="{FF2B5EF4-FFF2-40B4-BE49-F238E27FC236}">
                <a16:creationId xmlns:a16="http://schemas.microsoft.com/office/drawing/2014/main" id="{450BEE82-9879-98FE-817F-42C5EF163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00" y="576000"/>
            <a:ext cx="11123640" cy="98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3000" b="0" u="none" strike="noStrike" noProof="0" dirty="0">
                <a:solidFill>
                  <a:schemeClr val="lt1"/>
                </a:solidFill>
                <a:uFillTx/>
                <a:latin typeface="Arial Black"/>
                <a:ea typeface="Arial Black"/>
              </a:rPr>
              <a:t>Results &amp; Conclusion</a:t>
            </a:r>
            <a:endParaRPr lang="en-US" sz="20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PlaceHolder 2">
            <a:extLst>
              <a:ext uri="{FF2B5EF4-FFF2-40B4-BE49-F238E27FC236}">
                <a16:creationId xmlns:a16="http://schemas.microsoft.com/office/drawing/2014/main" id="{2CD7EF82-7308-ED2A-6197-1331CFC2526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71600" y="5859000"/>
            <a:ext cx="11138040" cy="27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br>
              <a:rPr lang="en-US" sz="2000" noProof="0" dirty="0"/>
            </a:br>
            <a:endParaRPr lang="en-US" sz="20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22C9D0B3-16D7-58F7-7C3D-3AD068707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98615"/>
              </p:ext>
            </p:extLst>
          </p:nvPr>
        </p:nvGraphicFramePr>
        <p:xfrm>
          <a:off x="1983820" y="3822080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3493076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961961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Cost on Test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83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Baseline (Most Frequent)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976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53.69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099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Default RNN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600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Regular RNN (tuned parameters)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086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Tuned RNN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838859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9085D4B9-926A-F531-13AD-B2EC16C8D886}"/>
              </a:ext>
            </a:extLst>
          </p:cNvPr>
          <p:cNvSpPr txBox="1"/>
          <p:nvPr/>
        </p:nvSpPr>
        <p:spPr>
          <a:xfrm>
            <a:off x="1864510" y="6026501"/>
            <a:ext cx="57584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noProof="0" dirty="0">
                <a:solidFill>
                  <a:schemeClr val="bg1">
                    <a:lumMod val="50000"/>
                  </a:schemeClr>
                </a:solidFill>
              </a:rPr>
              <a:t>Table 3: Final performance of each 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</a:rPr>
              <a:t>classifier</a:t>
            </a:r>
            <a:endParaRPr lang="en-US" sz="1200" i="1" noProof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193111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Larissa">
  <a:themeElements>
    <a:clrScheme name="JKU">
      <a:dk1>
        <a:srgbClr val="000000"/>
      </a:dk1>
      <a:lt1>
        <a:srgbClr val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JKU">
      <a:dk1>
        <a:srgbClr val="000000"/>
      </a:dk1>
      <a:lt1>
        <a:srgbClr val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JKU">
      <a:dk1>
        <a:srgbClr val="000000"/>
      </a:dk1>
      <a:lt1>
        <a:srgbClr val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Words>391</Words>
  <Application>Microsoft Office PowerPoint</Application>
  <PresentationFormat>Breitbild</PresentationFormat>
  <Paragraphs>106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Symbol</vt:lpstr>
      <vt:lpstr>Times New Roman</vt:lpstr>
      <vt:lpstr>Wingdings</vt:lpstr>
      <vt:lpstr>Larissa</vt:lpstr>
      <vt:lpstr>Larissa</vt:lpstr>
      <vt:lpstr>Larissa</vt:lpstr>
      <vt:lpstr>MLPC – Team Toothpaste</vt:lpstr>
      <vt:lpstr>Outline</vt:lpstr>
      <vt:lpstr>Architecture </vt:lpstr>
      <vt:lpstr>Hypothesis 1: “Dumb” Threshold is Expensive</vt:lpstr>
      <vt:lpstr>Hypothesis 2: Raw Predictions are Noisy</vt:lpstr>
      <vt:lpstr>Hypothesis 3: Deeper Isn’t Always Better</vt:lpstr>
      <vt:lpstr>Results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MLPC – Team Toothpaste</dc:title>
  <dc:subject/>
  <dc:creator>Mara Martina</dc:creator>
  <dc:description/>
  <cp:lastModifiedBy>Madlener Linus</cp:lastModifiedBy>
  <cp:revision>7</cp:revision>
  <dcterms:created xsi:type="dcterms:W3CDTF">2024-03-05T11:30:17Z</dcterms:created>
  <dcterms:modified xsi:type="dcterms:W3CDTF">2025-06-16T15:02:47Z</dcterms:modified>
  <dc:language>de-AT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2023-03-15T00:00:00Z</vt:filetime>
  </property>
  <property fmtid="{D5CDD505-2E9C-101B-9397-08002B2CF9AE}" pid="3" name="LastSaved">
    <vt:filetime>2024-03-05T00:00:00Z</vt:filetime>
  </property>
  <property fmtid="{D5CDD505-2E9C-101B-9397-08002B2CF9AE}" pid="4" name="Notes">
    <vt:i4>4</vt:i4>
  </property>
  <property fmtid="{D5CDD505-2E9C-101B-9397-08002B2CF9AE}" pid="5" name="PresentationFormat">
    <vt:lpwstr>Widescreen</vt:lpwstr>
  </property>
  <property fmtid="{D5CDD505-2E9C-101B-9397-08002B2CF9AE}" pid="6" name="Producer">
    <vt:lpwstr>macOS Version 12.4 (Build 21F79) Quartz PDFContext</vt:lpwstr>
  </property>
  <property fmtid="{D5CDD505-2E9C-101B-9397-08002B2CF9AE}" pid="7" name="Slides">
    <vt:i4>5</vt:i4>
  </property>
</Properties>
</file>